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5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5215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FC208-328B-D729-0A37-B7905BE40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88152-44C0-5BB9-5EF8-500752EF4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40C9F-4392-860F-B989-D8DCC23D6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83412-6641-43D0-51A9-C27539A4C2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303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69e9ba4b22f4b111473bd764--cute-rabanadas-60e838.netlify.app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8 Years of Contacts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Revenue Engine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GTM automation system that enriches, personalizes,</a:t>
            </a:r>
            <a:endParaRPr lang="en-US" sz="1500" dirty="0"/>
          </a:p>
          <a:p>
            <a:r>
              <a:rPr lang="en-US" sz="15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autonomously converts your 8–10k HubSpot database.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by Aakash Sethi  ·  April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0" y="274320"/>
            <a:ext cx="2560320" cy="2560320"/>
          </a:xfrm>
          <a:prstGeom prst="ellipse">
            <a:avLst/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80960" y="2011680"/>
            <a:ext cx="1645920" cy="1645920"/>
          </a:xfrm>
          <a:prstGeom prst="ellipse">
            <a:avLst/>
          </a:prstGeom>
          <a:solidFill>
            <a:srgbClr val="00C2A8">
              <a:alpha val="25000"/>
            </a:srgbClr>
          </a:solidFill>
          <a:ln w="12700">
            <a:solidFill>
              <a:srgbClr val="00C2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goldmine sitting idle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Eulerity has: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8–10k contacts in HubSpot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over 8 years from seminars, events, inbound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quality: warm, cold, and dead leads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segmentation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 beyond first name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3931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631224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template email sent to everyone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 manually handling all follow-ups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leads treated the same as cold ones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behavior-based triggers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years of data not enriched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8138160" cy="320040"/>
          </a:xfrm>
          <a:prstGeom prst="rect">
            <a:avLst/>
          </a:prstGeom>
          <a:solidFill>
            <a:srgbClr val="E6FAF7"/>
          </a:solidFill>
          <a:ln w="381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6817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exists. The intent exists. The system to activate it does not — yet.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Six-phase GTM automation engine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Interactive Deep Dive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568407" cy="1581912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54864" cy="16916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Validation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08483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ZeroBounce cleans 8-10k contacts. Dead emails removed. Valid list ready.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568407" cy="1581912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54864" cy="16916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691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Enrichment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08483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size, industry, franchise count, LinkedIn pulled via Clay waterfall.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568407" cy="1581912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54864" cy="16916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1417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691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Email Send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08483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hyper-personalized emails. HubSpot sends and tracks.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2568407" cy="1581912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54864" cy="16916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2461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5204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91363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+10, clicks +25, replies +50. Scores update in HubSpot in real time.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108960"/>
            <a:ext cx="2568407" cy="1581912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3108960"/>
            <a:ext cx="54864" cy="16916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37560" y="32461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37560" y="35204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Reply Agent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391363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reply, classifies intent, and responds autonomously. Without the sales team intervening.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108960"/>
            <a:ext cx="2568407" cy="1581912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3108960"/>
            <a:ext cx="54864" cy="16916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63640" y="32461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35204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Handoff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77973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booking triggers the sending of a full briefing packet to the sales team.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907792" y="19431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833872" y="196824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907792" y="37719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833872" y="37719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information moves through the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57276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572768" cy="73152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50876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" y="19659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8–10k contacts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56232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29968" y="1371600"/>
            <a:ext cx="157276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29968" y="1371600"/>
            <a:ext cx="1572768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03120" y="150876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ZeroBounce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19659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validation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dead leads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85616" y="1371600"/>
            <a:ext cx="157276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85616" y="1371600"/>
            <a:ext cx="1572768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58768" y="150876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58768" y="19659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enrichment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75+ providers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67528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41264" y="1371600"/>
            <a:ext cx="157276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41264" y="1371600"/>
            <a:ext cx="1572768" cy="731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14416" y="150876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14416" y="19659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writing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reply agent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23176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96912" y="1371600"/>
            <a:ext cx="157276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296912" y="1371600"/>
            <a:ext cx="1572768" cy="73152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70064" y="150876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70064" y="1965960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opens,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clicks, replies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351556"/>
            <a:ext cx="813816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350700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will be orchestration layer connecting every tool, handling all logic, running every automation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4251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uses Google Sheets + Gmail + ngrok · Production replaces with HubSpot API + Claude API + cloud n8n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system produces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761488" cy="27432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61488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database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emails removed. Every contact is enriched with company size, industry, franchise count, and LinkedIn. Segmented.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32404" y="1298261"/>
            <a:ext cx="2761488" cy="27432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18688" y="1325880"/>
            <a:ext cx="2761488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55848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55848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moving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55848" y="21031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emails are going to the right people weekly. Open rates, clicks, and replies are tracked with AI agents that handle every response.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3056" y="1325880"/>
            <a:ext cx="2761488" cy="27432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63056" y="1325880"/>
            <a:ext cx="2761488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0216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0216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system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0216" y="1998524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interaction scoring, AI reply agent, and sales handoff are running without human involvement.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8138160" cy="6858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32511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a working demo of this system. Ready to build the full version as your Growth member.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45290B-86AF-23A1-B2CB-6089A89EE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DE8C480-AE2F-EFCE-F7F1-AC1CC8328208}"/>
              </a:ext>
            </a:extLst>
          </p:cNvPr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n8n PROTOTYPE 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E30385F-88ED-3828-6E87-55A4954AFE0D}"/>
              </a:ext>
            </a:extLst>
          </p:cNvPr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uses Google Sheets + Gmail + ngrok · Production replaces with HubSpot API + Claude API + cloud n8n</a:t>
            </a:r>
            <a:endParaRPr lang="en-US" sz="11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C54BA9C-4B23-95CD-AEB6-F3879FA97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086" y="640080"/>
            <a:ext cx="6065828" cy="397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819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464</Words>
  <Application>Microsoft Office PowerPoint</Application>
  <PresentationFormat>On-screen Show (16:9)</PresentationFormat>
  <Paragraphs>89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Eulerity GTM Engine</dc:title>
  <dc:subject>PptxGenJS Presentation</dc:subject>
  <dc:creator>PptxGenJS</dc:creator>
  <cp:lastModifiedBy>Sethi, Aakash</cp:lastModifiedBy>
  <cp:revision>2</cp:revision>
  <dcterms:created xsi:type="dcterms:W3CDTF">2026-04-23T03:35:18Z</dcterms:created>
  <dcterms:modified xsi:type="dcterms:W3CDTF">2026-04-23T06:43:30Z</dcterms:modified>
</cp:coreProperties>
</file>